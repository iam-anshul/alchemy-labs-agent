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a013e3b12c7444a" /><Relationship Type="http://schemas.openxmlformats.org/package/2006/relationships/metadata/core-properties" Target="/docProps/core.xml" Id="Re56bd9a746334a27" /><Relationship Type="http://schemas.openxmlformats.org/officeDocument/2006/relationships/extended-properties" Target="/docProps/app.xml" Id="R1081ef702f20481d" /><Relationship Type="http://schemas.openxmlformats.org/officeDocument/2006/relationships/custom-properties" Target="/docProps/custom.xml" Id="R02a9e1d426dc467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f845d5ea032f48d2"/>
    <p:sldId id="257" r:id="R3049e2500ff8465c"/>
    <p:sldId id="258" r:id="R92b757f3bff14dc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845d5ea032f48d2" /><Relationship Type="http://schemas.openxmlformats.org/officeDocument/2006/relationships/slide" Target="/ppt/slides/slide2.xml" Id="R3049e2500ff8465c" /><Relationship Type="http://schemas.openxmlformats.org/officeDocument/2006/relationships/slide" Target="/ppt/slides/slide3.xml" Id="R92b757f3bff14dc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10befebc943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211ecf5a34b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173603d65942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fa928ca1f544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b73ca9a2b48d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07e0d0c73304c3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c3ef3732cf48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f3ec2adec49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e2063cd274679" /><Relationship Type="http://schemas.openxmlformats.org/officeDocument/2006/relationships/chart" Target="/ppt/slides/charts/chart1.xml" Id="R973ad99878a6458d" /></Relationships>
</file>

<file path=ppt/slides/charts/chart1.xml><?xml version="1.0" encoding="utf-8"?>
<c:chartSpace xmlns:c="http://schemas.openxmlformats.org/drawingml/2006/chart">
  <c:chart>
    <c:plotArea>
      <c:layout/>
      <c:barChart>
        <c:barDir val="col"/>
        <c:grouping val="clustered"/>
        <c:varyColors val="0"/>
        <c:ser>
          <c:idx val="0"/>
          <c:order val="0"/>
          <c:tx>
            <c:v>Current Temp (°C)</c:v>
          </c:tx>
          <c:spPr>
            <a:solidFill xmlns:a="http://schemas.openxmlformats.org/drawingml/2006/main">
              <a:srgbClr val="4472C4"/>
            </a:solidFill>
          </c:spPr>
          <c:cat>
            <c:strLit>
              <c:ptCount val="2"/>
              <c:pt idx="0">
                <c:v>Delhi</c:v>
              </c:pt>
              <c:pt idx="1">
                <c:v>Uttarakhand</c:v>
              </c:pt>
            </c:strLit>
          </c:cat>
          <c:val>
            <c:numLit>
              <c:formatCode>General</c:formatCode>
              <c:ptCount val="2"/>
              <c:pt idx="0">
                <c:v>32</c:v>
              </c:pt>
              <c:pt idx="1">
                <c:v>24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800000"/>
            <a:ext cx="107532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latin typeface="Calibri"/>
                <a:ea typeface="Calibri"/>
              </a:rPr>
              <a:t>Temperature Comparison: Delhi vs Uttarakhand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360000"/>
            <a:ext cx="107532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latin typeface="Calibri"/>
                <a:ea typeface="Calibri"/>
              </a:rPr>
              <a:t>Current Temperature Data</a:t>
            </a:r>
          </a:p>
        </p:txBody>
      </p:sp>
      <p:graphicFrame>
        <p:nvGraphicFramePr>
          <p:cNvPr id="100002" name="Table 1"/>
          <p:cNvGraphicFramePr/>
          <p:nvPr/>
        </p:nvGraphicFramePr>
        <p:xfrm>
          <a:off xmlns:a="http://schemas.openxmlformats.org/drawingml/2006/main" x="720000" y="1440000"/>
          <a:ext xmlns:a="http://schemas.openxmlformats.org/drawingml/2006/main" cx="10753200" cy="216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88300"/>
                <a:gridCol w="2688300"/>
                <a:gridCol w="2688300"/>
                <a:gridCol w="2688300"/>
              </a:tblGrid>
              <a:tr h="720000">
                <a:tc>
                  <a:txBody>
                    <a:bodyPr/>
                    <a:lstStyle/>
                    <a:p>
                      <a:r>
                        <a:rPr lang="en-US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Current Temp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Low (°C)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rPr lang="en-US"/>
                        <a:t>Delhi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rPr lang="en-US"/>
                        <a:t>Uttarakhand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3" name="TextBox 1"/>
          <p:cNvSpPr txBox="1"/>
          <p:nvPr/>
        </p:nvSpPr>
        <p:spPr>
          <a:xfrm xmlns:a="http://schemas.openxmlformats.org/drawingml/2006/main">
            <a:off x="720000" y="360000"/>
            <a:ext cx="107532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latin typeface="Calibri"/>
                <a:ea typeface="Calibri"/>
              </a:rPr>
              <a:t>Current Temperature Comparison</a:t>
            </a:r>
          </a:p>
        </p:txBody>
      </p:sp>
      <p:graphicFrame>
        <p:nvGraphicFramePr>
          <p:cNvPr id="100004" name="Chart 1"/>
          <p:cNvGraphicFramePr/>
          <p:nvPr/>
        </p:nvGraphicFramePr>
        <p:xfrm>
          <a:off xmlns:a="http://schemas.openxmlformats.org/drawingml/2006/main" x="1080000" y="1440000"/>
          <a:ext xmlns:a="http://schemas.openxmlformats.org/drawingml/2006/main" cx="7200000" cy="360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3ad99878a6458d"/>
          </a:graphicData>
        </a:graphic>
      </p:graphicFrame>
      <p:sp>
        <p:nvSpPr>
          <p:cNvPr id="100005" name="TextBox 2"/>
          <p:cNvSpPr txBox="1"/>
          <p:nvPr/>
        </p:nvSpPr>
        <p:spPr>
          <a:xfrm xmlns:a="http://schemas.openxmlformats.org/drawingml/2006/main">
            <a:off x="720000" y="5400000"/>
            <a:ext cx="1075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latin typeface="Calibri"/>
                <a:ea typeface="Calibri"/>
              </a:rPr>
              <a:t>Delhi is currently 8°C warmer than Uttarakhand (32°C vs 24°C). Delhi experiences higher temperatures overall, with a high of 40°C compared to Uttarakhand's 35°C. The temperature difference reflects Delhi's urban heat island effect versus Uttarakhand's cooler hill station climate.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2026-06-06T19:50:00Z</dcterms:created>
  <cp:lastModifiedBy>OfficeCLI</cp:lastModifiedBy>
  <dcterms:modified xsi:type="dcterms:W3CDTF">2026-06-06T19:50:00Z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1.0.104</vt:lpwstr>
  </op:property>
  <op:property fmtid="{D5CDD505-2E9C-101B-9397-08002B2CF9AE}" pid="3" name="OfficeCLI.LastModified">
    <vt:lpwstr xmlns:vt="http://schemas.openxmlformats.org/officeDocument/2006/docPropsVTypes">2026-06-06T19:52:03Z</vt:lpwstr>
  </op:property>
</op:Properties>
</file>